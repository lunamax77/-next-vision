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店舗様の負担ゼロ。</a:t>
            </a:r>
            <a:pPr indent="0" marL="0">
              <a:buNone/>
            </a:pPr>
            <a:r>
              <a:rPr lang="en-US" sz="3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売場は“もっと売れる”へ。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事前入店だからこそ社員様の手間も減らし、当日は“売れる売場”に集中。ドコモイベント週(3名体制)の売上を最大化します。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店舗様・社員様への2つのメリット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店舗様・社員様の手間を増やさずに、当日の売場成果を最大化することです。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304288"/>
            <a:ext cx="4297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社員様への“質問”も減らせる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事前入店で店舗を熟知した我々が、売場のご案内〜基本スペックのご説明までフォロー。お客様が社員様に聞きに行く回数が減り、社員様は本業に集中。店舗の効率・接客品質が高まります。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0840" y="233172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331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304288"/>
            <a:ext cx="4297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イベント週の売上に“最大貢献”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0" y="320040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準備の整った売場で機種変更・固定商材まで深くご提案。ドコモイベント週の総販を最大化します。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0292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 ─ </a:t>
            </a:r>
            <a:pPr indent="0" marL="0">
              <a:buNone/>
            </a:pPr>
            <a:r>
              <a:rPr lang="en-US" sz="19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社員様は本業に集中</a:t>
            </a:r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でき、</a:t>
            </a:r>
            <a:pPr indent="0" marL="0">
              <a:buNone/>
            </a:pPr>
            <a:r>
              <a:rPr lang="en-US" sz="19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イベント週の売上は最大に</a:t>
            </a:r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イベント週の売上を最大化する、経験豊富なクローザー4名。だからJoshin様は、安心してお任せいただけます。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ディレクションとクロージングを牽引。売場案内〜基本スペック説明まで対応し、社員様の本業集中を後押しします。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4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9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4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社員様お一人おひとりのメリット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事前入店は、社員様お一人おひとりのメリットになります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「人が増えて慌ただしくなるだけ」にはしません。事前に入るからこそ、当日は社員様お一人おひとりが“ラク”に、そして“得”になります。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703320"/>
          </a:xfrm>
          <a:prstGeom prst="roundRect">
            <a:avLst>
              <a:gd name="adj" fmla="val 1481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当日、社員様が“ラク”になる3つの理由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79192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気を使わなくていい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325880" y="3081528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事前にご挨拶・顔合わせ。当日はお互い勝手が分かった状態で、気兼ねなく声をかけ合えます。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630168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630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611880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迷わなくていい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325880" y="4014216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案内の要点・想定Q&amp;Aを事前に共有。お客様に聞かれても、当日困りません。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562856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4544568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抱え込まなくていい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25880" y="4946904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売場案内〜基本スペック説明は我々が対応。ご自身の接客・レジに集中できます。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86600" y="1965960"/>
            <a:ext cx="4645152" cy="3703320"/>
          </a:xfrm>
          <a:prstGeom prst="roundRect">
            <a:avLst>
              <a:gd name="adj" fmla="val 1481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21214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その“ひと声”が、売上に直結します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2468880"/>
            <a:ext cx="4206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ドコモスタッフへの</a:t>
            </a:r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振りが1件増えるごとに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、そのぶん成約＝貴店の売上につながります。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3127248"/>
            <a:ext cx="4160520" cy="896112"/>
          </a:xfrm>
          <a:prstGeom prst="roundRect">
            <a:avLst>
              <a:gd name="adj" fmla="val 5102"/>
            </a:avLst>
          </a:prstGeom>
          <a:solidFill>
            <a:srgbClr val="FB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0" y="3163824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コツは、とにかく振る。</a:t>
            </a:r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きれいに案内できなくてOK。ひと言お客様に声をかけて我々に振るだけで大丈夫です。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7315200" y="416966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お一人おひとりに、こんな“得”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0" y="448056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・振り1件ごとに景品対象になる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7315200" y="484632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・振りが増えるほど、売上も伸びる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7315200" y="521208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・楽しみながら貴店の売上に貢献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事前週は、現状確認／役割・導線のすり合わせ／要点共有／備品確認などを店舗様のご負担なく実施。インナーキャンペーンの運用詳細はJoshin様と事前に相談のうえ決定します。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社員様からの“振り”は、1件でも多いほど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そのまま貴店の総販＝売上に直結します（もちろん景品対象）。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2026-08-10T18:02:30Z</dcterms:created>
  <dcterms:modified xsi:type="dcterms:W3CDTF">2026-08-10T18:02:30Z</dcterms:modified>
</cp:coreProperties>
</file>