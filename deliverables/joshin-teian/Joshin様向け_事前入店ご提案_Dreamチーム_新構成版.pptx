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店舗様の負担ゼロ。</a:t>
            </a:r>
            <a:pPr indent="0" marL="0">
              <a:buNone/>
            </a:pPr>
            <a:r>
              <a:rPr lang="en-US" sz="3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売場は“もっと売れる”へ。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事前入店だからこそ社員様の手間も減らし、当日は“売れる売場”に集中。ドコモイベント週(3名体制)の売上を最大化します。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店舗様・社員様への2つのメリット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店舗様・社員様の手間を増やさずに、当日の売場成果を最大化することです。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304288"/>
            <a:ext cx="4297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社員様への“質問”も減らせる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事前入店で店舗を熟知した我々が、売場のご案内〜基本スペックのご説明までフォロー。お客様が社員様に聞きに行く回数が減り、社員様は本業に集中。店舗の効率・接客品質が高まります。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0840" y="233172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304288"/>
            <a:ext cx="4297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イベント週の売上に“最大貢献”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0" y="320040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準備の整った売場で機種変更・固定商材まで深くご提案。ドコモイベント週の総販を最大化します。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0292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 ─ </a:t>
            </a:r>
            <a:pPr indent="0" marL="0">
              <a:buNone/>
            </a:pPr>
            <a:r>
              <a:rPr lang="en-US" sz="19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社員様は本業に集中</a:t>
            </a:r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でき、</a:t>
            </a:r>
            <a:pPr indent="0" marL="0">
              <a:buNone/>
            </a:pPr>
            <a:r>
              <a:rPr lang="en-US" sz="19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イベント週の売上は最大に</a:t>
            </a:r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イベント週の売上を最大化する、経験豊富なクローザー4名。だからJoshin様は、安心してお任せいただけます。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2276856"/>
            <a:ext cx="1097280" cy="256032"/>
          </a:xfrm>
          <a:prstGeom prst="roundRect">
            <a:avLst>
              <a:gd name="adj" fmla="val 10714"/>
            </a:avLst>
          </a:prstGeom>
          <a:solidFill>
            <a:srgbClr val="D9001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事前入店担当｜ディレクター兼クローザー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事前準備〜当日の連携を牽引。売場案内〜基本スペック説明まで対応し、社員様の本業集中を後押しします。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5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0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5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社員様お一人おひとりのメリット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事前入店は、社員様お一人おひとりのメリットになります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「人が増えて慌ただしくなるだけ」にはしません。事前に入るからこそ、当日は社員様お一人おひとりが“ラク”に、そして“得”になります。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703320"/>
          </a:xfrm>
          <a:prstGeom prst="roundRect">
            <a:avLst>
              <a:gd name="adj" fmla="val 1481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当日、社員様が“ラク”になる3つの理由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79192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気を使わなくていい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325880" y="3081528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事前にご挨拶・顔合わせ。当日はお互い勝手が分かった状態で、気兼ねなく声をかけ合えます。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630168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630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611880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迷わなくていい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325880" y="4014216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案内の要点・想定Q&amp;Aを事前に共有。お客様に聞かれても、当日困りません。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562856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4544568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抱え込まなくていい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25880" y="4946904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売場案内〜基本スペック説明は我々が対応。ご自身の接客・レジに集中できます。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86600" y="1965960"/>
            <a:ext cx="4645152" cy="3703320"/>
          </a:xfrm>
          <a:prstGeom prst="roundRect">
            <a:avLst>
              <a:gd name="adj" fmla="val 1481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21488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がんばりが、そのまま“得”になる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248716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インナーキャンペーン（社員様振り）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0" y="2862072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お客様へのひと声（振り）に応じて、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景品をプレゼント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0" y="3611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お一人おひとりに、こんな“得”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315200" y="39136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・声かけ1件から景品対象になる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0" y="42976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・ゲーム感覚で楽しく参加できる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46817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・その声かけが、貴店の売上にも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00" y="51389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※運用詳細はJoshin様と事前に相談のうえ決定します。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事前週は、売場・運営の現状確認／役割・導線のすり合わせ／要点共有／備品確認などを、店舗様のご負担なく実施します。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だからこそ、社員様からの“振り”にご協力ください ──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振りは景品対象。そして貴店の総販そのものになります。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2026-08-10T17:50:16Z</dcterms:created>
  <dcterms:modified xsi:type="dcterms:W3CDTF">2026-08-10T17:50:16Z</dcterms:modified>
</cp:coreProperties>
</file>