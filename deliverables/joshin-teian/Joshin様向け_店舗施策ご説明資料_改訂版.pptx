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輝 上森" initials="幸上" lastIdx="1" clrIdx="0">
    <p:extLst>
      <p:ext uri="{19B8F6BF-5375-455C-9EA6-DF929625EA0E}">
        <p15:presenceInfo xmlns:p15="http://schemas.microsoft.com/office/powerpoint/2012/main" userId="e14275195fc1b3e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6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幸輝 上森" userId="e14275195fc1b3e3" providerId="LiveId" clId="{115091B4-DB02-4C06-9105-CDC2B5C4FE9D}"/>
    <pc:docChg chg="undo custSel addSld delSld modSld">
      <pc:chgData name="幸輝 上森" userId="e14275195fc1b3e3" providerId="LiveId" clId="{115091B4-DB02-4C06-9105-CDC2B5C4FE9D}" dt="2026-08-10T11:35:29.391" v="1591" actId="20577"/>
      <pc:docMkLst>
        <pc:docMk/>
      </pc:docMkLst>
      <pc:sldChg chg="modSp mod">
        <pc:chgData name="幸輝 上森" userId="e14275195fc1b3e3" providerId="LiveId" clId="{115091B4-DB02-4C06-9105-CDC2B5C4FE9D}" dt="2026-08-10T11:18:56.264" v="1582" actId="1076"/>
        <pc:sldMkLst>
          <pc:docMk/>
          <pc:sldMk cId="0" sldId="256"/>
        </pc:sldMkLst>
        <pc:spChg chg="mod">
          <ac:chgData name="幸輝 上森" userId="e14275195fc1b3e3" providerId="LiveId" clId="{115091B4-DB02-4C06-9105-CDC2B5C4FE9D}" dt="2026-08-10T11:17:30.625" v="157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18:33.023" v="1578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17:01.434" v="1571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18:56.264" v="1582" actId="1076"/>
          <ac:spMkLst>
            <pc:docMk/>
            <pc:sldMk cId="0" sldId="256"/>
            <ac:spMk id="21" creationId="{00000000-0000-0000-0000-000000000000}"/>
          </ac:spMkLst>
        </pc:spChg>
      </pc:sldChg>
      <pc:sldChg chg="modSp mod">
        <pc:chgData name="幸輝 上森" userId="e14275195fc1b3e3" providerId="LiveId" clId="{115091B4-DB02-4C06-9105-CDC2B5C4FE9D}" dt="2026-08-10T11:15:39.579" v="1569" actId="20577"/>
        <pc:sldMkLst>
          <pc:docMk/>
          <pc:sldMk cId="0" sldId="257"/>
        </pc:sldMkLst>
        <pc:spChg chg="mod">
          <ac:chgData name="幸輝 上森" userId="e14275195fc1b3e3" providerId="LiveId" clId="{115091B4-DB02-4C06-9105-CDC2B5C4FE9D}" dt="2026-08-10T11:02:32.667" v="1525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15:39.579" v="1569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14:47.344" v="1556" actId="2711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幸輝 上森" userId="e14275195fc1b3e3" providerId="LiveId" clId="{115091B4-DB02-4C06-9105-CDC2B5C4FE9D}" dt="2026-08-10T11:35:29.391" v="1591" actId="20577"/>
        <pc:sldMkLst>
          <pc:docMk/>
          <pc:sldMk cId="0" sldId="258"/>
        </pc:sldMkLst>
        <pc:spChg chg="mod">
          <ac:chgData name="幸輝 上森" userId="e14275195fc1b3e3" providerId="LiveId" clId="{115091B4-DB02-4C06-9105-CDC2B5C4FE9D}" dt="2026-08-10T09:20:25.364" v="779" actId="20577"/>
          <ac:spMkLst>
            <pc:docMk/>
            <pc:sldMk cId="0" sldId="258"/>
            <ac:spMk id="59" creationId="{00000000-0000-0000-0000-000000000000}"/>
          </ac:spMkLst>
        </pc:spChg>
        <pc:spChg chg="mod">
          <ac:chgData name="幸輝 上森" userId="e14275195fc1b3e3" providerId="LiveId" clId="{115091B4-DB02-4C06-9105-CDC2B5C4FE9D}" dt="2026-08-04T05:34:08.434" v="470" actId="20577"/>
          <ac:spMkLst>
            <pc:docMk/>
            <pc:sldMk cId="0" sldId="258"/>
            <ac:spMk id="61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35:29.391" v="1591" actId="20577"/>
          <ac:spMkLst>
            <pc:docMk/>
            <pc:sldMk cId="0" sldId="258"/>
            <ac:spMk id="63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1:35:03.588" v="1587" actId="20577"/>
          <ac:spMkLst>
            <pc:docMk/>
            <pc:sldMk cId="0" sldId="258"/>
            <ac:spMk id="65" creationId="{00000000-0000-0000-0000-000000000000}"/>
          </ac:spMkLst>
        </pc:spChg>
      </pc:sldChg>
      <pc:sldChg chg="addSp delSp modSp mod">
        <pc:chgData name="幸輝 上森" userId="e14275195fc1b3e3" providerId="LiveId" clId="{115091B4-DB02-4C06-9105-CDC2B5C4FE9D}" dt="2026-08-10T10:41:28.263" v="1314" actId="113"/>
        <pc:sldMkLst>
          <pc:docMk/>
          <pc:sldMk cId="0" sldId="259"/>
        </pc:sldMkLst>
        <pc:spChg chg="del">
          <ac:chgData name="幸輝 上森" userId="e14275195fc1b3e3" providerId="LiveId" clId="{115091B4-DB02-4C06-9105-CDC2B5C4FE9D}" dt="2026-08-10T10:13:49.395" v="1099" actId="21"/>
          <ac:spMkLst>
            <pc:docMk/>
            <pc:sldMk cId="0" sldId="259"/>
            <ac:spMk id="7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17:19.199" v="1148" actId="1076"/>
          <ac:spMkLst>
            <pc:docMk/>
            <pc:sldMk cId="0" sldId="259"/>
            <ac:spMk id="8" creationId="{00000000-0000-0000-0000-000000000000}"/>
          </ac:spMkLst>
        </pc:spChg>
        <pc:spChg chg="del">
          <ac:chgData name="幸輝 上森" userId="e14275195fc1b3e3" providerId="LiveId" clId="{115091B4-DB02-4C06-9105-CDC2B5C4FE9D}" dt="2026-08-10T10:34:02.938" v="1269" actId="21"/>
          <ac:spMkLst>
            <pc:docMk/>
            <pc:sldMk cId="0" sldId="259"/>
            <ac:spMk id="11" creationId="{00000000-0000-0000-0000-000000000000}"/>
          </ac:spMkLst>
        </pc:spChg>
        <pc:spChg chg="del">
          <ac:chgData name="幸輝 上森" userId="e14275195fc1b3e3" providerId="LiveId" clId="{115091B4-DB02-4C06-9105-CDC2B5C4FE9D}" dt="2026-08-10T10:20:02.359" v="1160" actId="21"/>
          <ac:spMkLst>
            <pc:docMk/>
            <pc:sldMk cId="0" sldId="259"/>
            <ac:spMk id="15" creationId="{00000000-0000-0000-0000-000000000000}"/>
          </ac:spMkLst>
        </pc:spChg>
        <pc:spChg chg="del">
          <ac:chgData name="幸輝 上森" userId="e14275195fc1b3e3" providerId="LiveId" clId="{115091B4-DB02-4C06-9105-CDC2B5C4FE9D}" dt="2026-08-10T10:19:58.856" v="1159" actId="2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幸輝 上森" userId="e14275195fc1b3e3" providerId="LiveId" clId="{115091B4-DB02-4C06-9105-CDC2B5C4FE9D}" dt="2026-08-10T09:44:25.201" v="837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幸輝 上森" userId="e14275195fc1b3e3" providerId="LiveId" clId="{115091B4-DB02-4C06-9105-CDC2B5C4FE9D}" dt="2026-08-10T09:29:42.484" v="813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41:16.732" v="1311" actId="113"/>
          <ac:spMkLst>
            <pc:docMk/>
            <pc:sldMk cId="0" sldId="259"/>
            <ac:spMk id="27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06:00.278" v="1017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27:46.933" v="1241" actId="113"/>
          <ac:spMkLst>
            <pc:docMk/>
            <pc:sldMk cId="0" sldId="259"/>
            <ac:spMk id="29" creationId="{00000000-0000-0000-0000-000000000000}"/>
          </ac:spMkLst>
        </pc:spChg>
        <pc:spChg chg="add del mod">
          <ac:chgData name="幸輝 上森" userId="e14275195fc1b3e3" providerId="LiveId" clId="{115091B4-DB02-4C06-9105-CDC2B5C4FE9D}" dt="2026-08-10T10:14:24.157" v="1127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41:19.710" v="1312" actId="113"/>
          <ac:spMkLst>
            <pc:docMk/>
            <pc:sldMk cId="0" sldId="259"/>
            <ac:spMk id="33" creationId="{00000000-0000-0000-0000-000000000000}"/>
          </ac:spMkLst>
        </pc:spChg>
        <pc:spChg chg="del mod">
          <ac:chgData name="幸輝 上森" userId="e14275195fc1b3e3" providerId="LiveId" clId="{115091B4-DB02-4C06-9105-CDC2B5C4FE9D}" dt="2026-08-10T10:01:59.433" v="940" actId="21"/>
          <ac:spMkLst>
            <pc:docMk/>
            <pc:sldMk cId="0" sldId="259"/>
            <ac:spMk id="34" creationId="{00000000-0000-0000-0000-000000000000}"/>
          </ac:spMkLst>
        </pc:spChg>
        <pc:spChg chg="add del mod">
          <ac:chgData name="幸輝 上森" userId="e14275195fc1b3e3" providerId="LiveId" clId="{115091B4-DB02-4C06-9105-CDC2B5C4FE9D}" dt="2026-08-10T10:02:16.676" v="941" actId="21"/>
          <ac:spMkLst>
            <pc:docMk/>
            <pc:sldMk cId="0" sldId="259"/>
            <ac:spMk id="35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34:08.322" v="1270" actId="2057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幸輝 上森" userId="e14275195fc1b3e3" providerId="LiveId" clId="{115091B4-DB02-4C06-9105-CDC2B5C4FE9D}" dt="2026-08-10T09:39:39.901" v="814"/>
          <ac:spMkLst>
            <pc:docMk/>
            <pc:sldMk cId="0" sldId="259"/>
            <ac:spMk id="38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41:23.019" v="1313" actId="113"/>
          <ac:spMkLst>
            <pc:docMk/>
            <pc:sldMk cId="0" sldId="259"/>
            <ac:spMk id="39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05:30.914" v="1014" actId="255"/>
          <ac:spMkLst>
            <pc:docMk/>
            <pc:sldMk cId="0" sldId="259"/>
            <ac:spMk id="40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26:17.110" v="1209" actId="113"/>
          <ac:spMkLst>
            <pc:docMk/>
            <pc:sldMk cId="0" sldId="259"/>
            <ac:spMk id="41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20:06.011" v="1161" actId="20577"/>
          <ac:spMkLst>
            <pc:docMk/>
            <pc:sldMk cId="0" sldId="259"/>
            <ac:spMk id="42" creationId="{00000000-0000-0000-0000-000000000000}"/>
          </ac:spMkLst>
        </pc:spChg>
        <pc:spChg chg="mod">
          <ac:chgData name="幸輝 上森" userId="e14275195fc1b3e3" providerId="LiveId" clId="{115091B4-DB02-4C06-9105-CDC2B5C4FE9D}" dt="2026-08-04T05:38:31.679" v="648" actId="20577"/>
          <ac:spMkLst>
            <pc:docMk/>
            <pc:sldMk cId="0" sldId="259"/>
            <ac:spMk id="44" creationId="{00000000-0000-0000-0000-000000000000}"/>
          </ac:spMkLst>
        </pc:spChg>
        <pc:spChg chg="add del mod">
          <ac:chgData name="幸輝 上森" userId="e14275195fc1b3e3" providerId="LiveId" clId="{115091B4-DB02-4C06-9105-CDC2B5C4FE9D}" dt="2026-08-10T10:41:28.263" v="1314" actId="113"/>
          <ac:spMkLst>
            <pc:docMk/>
            <pc:sldMk cId="0" sldId="259"/>
            <ac:spMk id="45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05:02.826" v="1013" actId="20577"/>
          <ac:spMkLst>
            <pc:docMk/>
            <pc:sldMk cId="0" sldId="259"/>
            <ac:spMk id="46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26:41.941" v="1215" actId="113"/>
          <ac:spMkLst>
            <pc:docMk/>
            <pc:sldMk cId="0" sldId="259"/>
            <ac:spMk id="47" creationId="{00000000-0000-0000-0000-000000000000}"/>
          </ac:spMkLst>
        </pc:spChg>
        <pc:spChg chg="del">
          <ac:chgData name="幸輝 上森" userId="e14275195fc1b3e3" providerId="LiveId" clId="{115091B4-DB02-4C06-9105-CDC2B5C4FE9D}" dt="2026-08-10T10:20:08.804" v="1162" actId="478"/>
          <ac:spMkLst>
            <pc:docMk/>
            <pc:sldMk cId="0" sldId="259"/>
            <ac:spMk id="48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33:57.968" v="1268" actId="20577"/>
          <ac:spMkLst>
            <pc:docMk/>
            <pc:sldMk cId="0" sldId="259"/>
            <ac:spMk id="49" creationId="{00000000-0000-0000-0000-000000000000}"/>
          </ac:spMkLst>
        </pc:spChg>
        <pc:spChg chg="add del mod">
          <ac:chgData name="幸輝 上森" userId="e14275195fc1b3e3" providerId="LiveId" clId="{115091B4-DB02-4C06-9105-CDC2B5C4FE9D}" dt="2026-08-10T10:16:13.744" v="1133" actId="21"/>
          <ac:spMkLst>
            <pc:docMk/>
            <pc:sldMk cId="0" sldId="259"/>
            <ac:spMk id="53" creationId="{20DD5AB5-E389-25D0-DB97-180344CCA3DE}"/>
          </ac:spMkLst>
        </pc:spChg>
        <pc:spChg chg="add mod">
          <ac:chgData name="幸輝 上森" userId="e14275195fc1b3e3" providerId="LiveId" clId="{115091B4-DB02-4C06-9105-CDC2B5C4FE9D}" dt="2026-08-10T10:16:45.245" v="1140" actId="17032"/>
          <ac:spMkLst>
            <pc:docMk/>
            <pc:sldMk cId="0" sldId="259"/>
            <ac:spMk id="56" creationId="{148EBCCD-0723-46C9-9EDA-167F52163397}"/>
          </ac:spMkLst>
        </pc:spChg>
        <pc:spChg chg="add mod">
          <ac:chgData name="幸輝 上森" userId="e14275195fc1b3e3" providerId="LiveId" clId="{115091B4-DB02-4C06-9105-CDC2B5C4FE9D}" dt="2026-08-10T10:17:01.859" v="1144" actId="17032"/>
          <ac:spMkLst>
            <pc:docMk/>
            <pc:sldMk cId="0" sldId="259"/>
            <ac:spMk id="58" creationId="{6B699032-7E2A-3E78-6AAE-4EF8B7FF1F93}"/>
          </ac:spMkLst>
        </pc:spChg>
        <pc:spChg chg="add mod">
          <ac:chgData name="幸輝 上森" userId="e14275195fc1b3e3" providerId="LiveId" clId="{115091B4-DB02-4C06-9105-CDC2B5C4FE9D}" dt="2026-08-10T10:23:41.057" v="1181" actId="113"/>
          <ac:spMkLst>
            <pc:docMk/>
            <pc:sldMk cId="0" sldId="259"/>
            <ac:spMk id="59" creationId="{DEE6A09D-399A-82B6-F53D-95ECC320E57E}"/>
          </ac:spMkLst>
        </pc:spChg>
        <pc:spChg chg="add mod">
          <ac:chgData name="幸輝 上森" userId="e14275195fc1b3e3" providerId="LiveId" clId="{115091B4-DB02-4C06-9105-CDC2B5C4FE9D}" dt="2026-08-10T10:23:57.063" v="1183" actId="113"/>
          <ac:spMkLst>
            <pc:docMk/>
            <pc:sldMk cId="0" sldId="259"/>
            <ac:spMk id="60" creationId="{67068372-0150-43E5-4E47-885C72834AA8}"/>
          </ac:spMkLst>
        </pc:spChg>
        <pc:picChg chg="add del mod">
          <ac:chgData name="幸輝 上森" userId="e14275195fc1b3e3" providerId="LiveId" clId="{115091B4-DB02-4C06-9105-CDC2B5C4FE9D}" dt="2026-08-10T09:27:20.302" v="786" actId="21"/>
          <ac:picMkLst>
            <pc:docMk/>
            <pc:sldMk cId="0" sldId="259"/>
            <ac:picMk id="50" creationId="{0A0F5DC0-B787-1117-B6FA-393BC7C67294}"/>
          </ac:picMkLst>
        </pc:picChg>
        <pc:picChg chg="add mod">
          <ac:chgData name="幸輝 上森" userId="e14275195fc1b3e3" providerId="LiveId" clId="{115091B4-DB02-4C06-9105-CDC2B5C4FE9D}" dt="2026-08-10T10:14:11.187" v="1105" actId="1076"/>
          <ac:picMkLst>
            <pc:docMk/>
            <pc:sldMk cId="0" sldId="259"/>
            <ac:picMk id="51" creationId="{EF0BF0B9-94B5-EA88-D190-00F54298B47D}"/>
          </ac:picMkLst>
        </pc:picChg>
        <pc:picChg chg="add mod">
          <ac:chgData name="幸輝 上森" userId="e14275195fc1b3e3" providerId="LiveId" clId="{115091B4-DB02-4C06-9105-CDC2B5C4FE9D}" dt="2026-08-10T09:27:24.256" v="787" actId="1076"/>
          <ac:picMkLst>
            <pc:docMk/>
            <pc:sldMk cId="0" sldId="259"/>
            <ac:picMk id="52" creationId="{2BA9AB15-62EE-F04C-A6B0-DDB548931F13}"/>
          </ac:picMkLst>
        </pc:picChg>
        <pc:picChg chg="add del mod">
          <ac:chgData name="幸輝 上森" userId="e14275195fc1b3e3" providerId="LiveId" clId="{115091B4-DB02-4C06-9105-CDC2B5C4FE9D}" dt="2026-08-10T09:27:32.574" v="788" actId="21"/>
          <ac:picMkLst>
            <pc:docMk/>
            <pc:sldMk cId="0" sldId="259"/>
            <ac:picMk id="53" creationId="{4EF46667-AB76-007D-DDC1-84EFF4CBE71A}"/>
          </ac:picMkLst>
        </pc:picChg>
        <pc:picChg chg="add del mod">
          <ac:chgData name="幸輝 上森" userId="e14275195fc1b3e3" providerId="LiveId" clId="{115091B4-DB02-4C06-9105-CDC2B5C4FE9D}" dt="2026-08-10T10:14:07.440" v="1104" actId="21"/>
          <ac:picMkLst>
            <pc:docMk/>
            <pc:sldMk cId="0" sldId="259"/>
            <ac:picMk id="54" creationId="{2C3FC990-1384-CEF5-9ECF-080DF3B69923}"/>
          </ac:picMkLst>
        </pc:picChg>
        <pc:picChg chg="add mod">
          <ac:chgData name="幸輝 上森" userId="e14275195fc1b3e3" providerId="LiveId" clId="{115091B4-DB02-4C06-9105-CDC2B5C4FE9D}" dt="2026-08-02T07:21:06.716" v="18" actId="14100"/>
          <ac:picMkLst>
            <pc:docMk/>
            <pc:sldMk cId="0" sldId="259"/>
            <ac:picMk id="55" creationId="{40C6DFA8-F1A6-39E7-71AA-CDC4F40C3075}"/>
          </ac:picMkLst>
        </pc:picChg>
        <pc:picChg chg="add mod">
          <ac:chgData name="幸輝 上森" userId="e14275195fc1b3e3" providerId="LiveId" clId="{115091B4-DB02-4C06-9105-CDC2B5C4FE9D}" dt="2026-08-02T07:22:01.769" v="27" actId="14100"/>
          <ac:picMkLst>
            <pc:docMk/>
            <pc:sldMk cId="0" sldId="259"/>
            <ac:picMk id="57" creationId="{00BEF7C3-B935-AFEF-B196-ACB6E383DB2F}"/>
          </ac:picMkLst>
        </pc:picChg>
      </pc:sldChg>
      <pc:sldChg chg="addSp delSp modSp add del mod">
        <pc:chgData name="幸輝 上森" userId="e14275195fc1b3e3" providerId="LiveId" clId="{115091B4-DB02-4C06-9105-CDC2B5C4FE9D}" dt="2026-08-10T10:56:23.028" v="1366" actId="1076"/>
        <pc:sldMkLst>
          <pc:docMk/>
          <pc:sldMk cId="0" sldId="260"/>
        </pc:sldMkLst>
        <pc:spChg chg="del">
          <ac:chgData name="幸輝 上森" userId="e14275195fc1b3e3" providerId="LiveId" clId="{115091B4-DB02-4C06-9105-CDC2B5C4FE9D}" dt="2026-08-10T10:53:36.729" v="1341" actId="21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幸輝 上森" userId="e14275195fc1b3e3" providerId="LiveId" clId="{115091B4-DB02-4C06-9105-CDC2B5C4FE9D}" dt="2026-08-10T10:54:01.086" v="1347" actId="21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幸輝 上森" userId="e14275195fc1b3e3" providerId="LiveId" clId="{115091B4-DB02-4C06-9105-CDC2B5C4FE9D}" dt="2026-08-10T10:54:16.709" v="1350" actId="1076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幸輝 上森" userId="e14275195fc1b3e3" providerId="LiveId" clId="{115091B4-DB02-4C06-9105-CDC2B5C4FE9D}" dt="2026-08-10T10:46:47.420" v="1335" actId="21"/>
          <ac:spMkLst>
            <pc:docMk/>
            <pc:sldMk cId="0" sldId="260"/>
            <ac:spMk id="5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6:10.207" v="1364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6:16.945" v="1365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幸輝 上森" userId="e14275195fc1b3e3" providerId="LiveId" clId="{115091B4-DB02-4C06-9105-CDC2B5C4FE9D}" dt="2026-08-10T10:53:45.195" v="1343" actId="21"/>
          <ac:spMkLst>
            <pc:docMk/>
            <pc:sldMk cId="0" sldId="260"/>
            <ac:spMk id="12" creationId="{00000000-0000-0000-0000-000000000000}"/>
          </ac:spMkLst>
        </pc:spChg>
        <pc:spChg chg="add mod">
          <ac:chgData name="幸輝 上森" userId="e14275195fc1b3e3" providerId="LiveId" clId="{115091B4-DB02-4C06-9105-CDC2B5C4FE9D}" dt="2026-08-10T10:31:11.926" v="1251" actId="767"/>
          <ac:spMkLst>
            <pc:docMk/>
            <pc:sldMk cId="0" sldId="260"/>
            <ac:spMk id="13" creationId="{69F0D3C1-BB3B-FB2E-7F92-BC7583A4C27B}"/>
          </ac:spMkLst>
        </pc:spChg>
        <pc:spChg chg="del mod">
          <ac:chgData name="幸輝 上森" userId="e14275195fc1b3e3" providerId="LiveId" clId="{115091B4-DB02-4C06-9105-CDC2B5C4FE9D}" dt="2026-08-10T10:53:58.583" v="1346" actId="21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幸輝 上森" userId="e14275195fc1b3e3" providerId="LiveId" clId="{115091B4-DB02-4C06-9105-CDC2B5C4FE9D}" dt="2026-08-10T10:54:05.701" v="1348" actId="2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4:38.460" v="1354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4:41.328" v="1355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6:10.207" v="1364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6:16.945" v="1365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31:59.813" v="1258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幸輝 上森" userId="e14275195fc1b3e3" providerId="LiveId" clId="{115091B4-DB02-4C06-9105-CDC2B5C4FE9D}" dt="2026-08-10T10:54:47.998" v="1356" actId="13926"/>
          <ac:spMkLst>
            <pc:docMk/>
            <pc:sldMk cId="0" sldId="260"/>
            <ac:spMk id="25" creationId="{2038D39B-F907-2CF3-271F-F6028C206D91}"/>
          </ac:spMkLst>
        </pc:spChg>
        <pc:spChg chg="add mod">
          <ac:chgData name="幸輝 上森" userId="e14275195fc1b3e3" providerId="LiveId" clId="{115091B4-DB02-4C06-9105-CDC2B5C4FE9D}" dt="2026-08-10T10:31:36.843" v="1254" actId="767"/>
          <ac:spMkLst>
            <pc:docMk/>
            <pc:sldMk cId="0" sldId="260"/>
            <ac:spMk id="26" creationId="{727D4FBC-8426-E931-8E63-E2869A19D32B}"/>
          </ac:spMkLst>
        </pc:spChg>
        <pc:spChg chg="add del">
          <ac:chgData name="幸輝 上森" userId="e14275195fc1b3e3" providerId="LiveId" clId="{115091B4-DB02-4C06-9105-CDC2B5C4FE9D}" dt="2026-08-10T10:31:55.470" v="1256" actId="11529"/>
          <ac:spMkLst>
            <pc:docMk/>
            <pc:sldMk cId="0" sldId="260"/>
            <ac:spMk id="27" creationId="{8B9540C9-1320-5E16-89C0-36AC0159EF33}"/>
          </ac:spMkLst>
        </pc:spChg>
        <pc:spChg chg="add mod">
          <ac:chgData name="幸輝 上森" userId="e14275195fc1b3e3" providerId="LiveId" clId="{115091B4-DB02-4C06-9105-CDC2B5C4FE9D}" dt="2026-08-10T10:56:23.028" v="1366" actId="1076"/>
          <ac:spMkLst>
            <pc:docMk/>
            <pc:sldMk cId="0" sldId="260"/>
            <ac:spMk id="28" creationId="{CB8008DB-A816-A4F3-7FD9-143604FCCB7A}"/>
          </ac:spMkLst>
        </pc:spChg>
        <pc:spChg chg="add del">
          <ac:chgData name="幸輝 上森" userId="e14275195fc1b3e3" providerId="LiveId" clId="{115091B4-DB02-4C06-9105-CDC2B5C4FE9D}" dt="2026-08-10T10:34:31.239" v="1272" actId="11529"/>
          <ac:spMkLst>
            <pc:docMk/>
            <pc:sldMk cId="0" sldId="260"/>
            <ac:spMk id="29" creationId="{802FDB86-744B-EEE6-BA51-96C266BCC55D}"/>
          </ac:spMkLst>
        </pc:spChg>
        <pc:spChg chg="add mod">
          <ac:chgData name="幸輝 上森" userId="e14275195fc1b3e3" providerId="LiveId" clId="{115091B4-DB02-4C06-9105-CDC2B5C4FE9D}" dt="2026-08-10T10:56:23.028" v="1366" actId="1076"/>
          <ac:spMkLst>
            <pc:docMk/>
            <pc:sldMk cId="0" sldId="260"/>
            <ac:spMk id="30" creationId="{4EF1D26F-CA74-08F4-BC35-C6E7FD5DDC27}"/>
          </ac:spMkLst>
        </pc:spChg>
        <pc:graphicFrameChg chg="mod modGraphic">
          <ac:chgData name="幸輝 上森" userId="e14275195fc1b3e3" providerId="LiveId" clId="{115091B4-DB02-4C06-9105-CDC2B5C4FE9D}" dt="2026-08-10T10:56:10.207" v="1364" actId="14100"/>
          <ac:graphicFrameMkLst>
            <pc:docMk/>
            <pc:sldMk cId="0" sldId="260"/>
            <ac:graphicFrameMk id="22" creationId="{00000000-0000-0000-0000-000000000000}"/>
          </ac:graphicFrameMkLst>
        </pc:graphicFrameChg>
        <pc:graphicFrameChg chg="mod modGraphic">
          <ac:chgData name="幸輝 上森" userId="e14275195fc1b3e3" providerId="LiveId" clId="{115091B4-DB02-4C06-9105-CDC2B5C4FE9D}" dt="2026-08-10T10:56:16.945" v="1365" actId="1076"/>
          <ac:graphicFrameMkLst>
            <pc:docMk/>
            <pc:sldMk cId="0" sldId="260"/>
            <ac:graphicFrameMk id="23" creationId="{00000000-0000-0000-0000-000000000000}"/>
          </ac:graphicFrameMkLst>
        </pc:graphicFrameChg>
        <pc:picChg chg="del">
          <ac:chgData name="幸輝 上森" userId="e14275195fc1b3e3" providerId="LiveId" clId="{115091B4-DB02-4C06-9105-CDC2B5C4FE9D}" dt="2026-08-10T10:48:27.425" v="1338" actId="21"/>
          <ac:picMkLst>
            <pc:docMk/>
            <pc:sldMk cId="0" sldId="260"/>
            <ac:picMk id="8" creationId="{00000000-0000-0000-0000-000000000000}"/>
          </ac:picMkLst>
        </pc:picChg>
        <pc:picChg chg="del mod">
          <ac:chgData name="幸輝 上森" userId="e14275195fc1b3e3" providerId="LiveId" clId="{115091B4-DB02-4C06-9105-CDC2B5C4FE9D}" dt="2026-08-10T10:54:09.470" v="1349" actId="21"/>
          <ac:picMkLst>
            <pc:docMk/>
            <pc:sldMk cId="0" sldId="260"/>
            <ac:picMk id="14" creationId="{00000000-0000-0000-0000-000000000000}"/>
          </ac:picMkLst>
        </pc:picChg>
        <pc:picChg chg="mod">
          <ac:chgData name="幸輝 上森" userId="e14275195fc1b3e3" providerId="LiveId" clId="{115091B4-DB02-4C06-9105-CDC2B5C4FE9D}" dt="2026-08-10T10:54:34.908" v="1353" actId="1076"/>
          <ac:picMkLst>
            <pc:docMk/>
            <pc:sldMk cId="0" sldId="260"/>
            <ac:picMk id="1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0100"/>
          </a:xfrm>
          <a:prstGeom prst="rect">
            <a:avLst/>
          </a:prstGeom>
          <a:solidFill>
            <a:srgbClr val="D900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619402" y="1333195"/>
            <a:ext cx="5333695" cy="5333695"/>
          </a:xfrm>
          <a:prstGeom prst="ellipse">
            <a:avLst/>
          </a:prstGeom>
          <a:solidFill>
            <a:srgbClr val="FFF3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19695" y="1143000"/>
            <a:ext cx="4953305" cy="4953305"/>
          </a:xfrm>
          <a:prstGeom prst="ellipse">
            <a:avLst/>
          </a:prstGeom>
          <a:solidFill>
            <a:srgbClr val="F6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5333695"/>
            <a:ext cx="4762195" cy="2286000"/>
          </a:xfrm>
          <a:prstGeom prst="roundRect">
            <a:avLst>
              <a:gd name="adj" fmla="val 50000"/>
            </a:avLst>
          </a:prstGeom>
          <a:solidFill>
            <a:srgbClr val="FF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095" y="1047902"/>
            <a:ext cx="2781605" cy="362102"/>
          </a:xfrm>
          <a:prstGeom prst="roundRect">
            <a:avLst>
              <a:gd name="adj" fmla="val 4747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23744" y="4286707"/>
            <a:ext cx="8098074" cy="1086307"/>
          </a:xfrm>
          <a:prstGeom prst="roundRect">
            <a:avLst>
              <a:gd name="adj" fmla="val 15825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3095" y="171907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NTTドコモ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33095" y="495605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92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Joshin様向け／店舗施策ご説明資料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33602" y="110459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店舗イベント支援（ご提案）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1695" y="2095805"/>
            <a:ext cx="10668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5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Dreamチーム入店について</a:t>
            </a:r>
            <a:endParaRPr lang="en-US" sz="5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08364" y="3429000"/>
            <a:ext cx="97905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3B3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目的：事前入店により、Joshin様に新たなご負担をおかけせず、店舗運営を軽くしながら売場成果の向上に貢献します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3" name="Image 0" descr="gen-dedup-d4a20025705dbc0ebb9d1e85cf492630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2733446" y="4767224"/>
            <a:ext cx="19019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980334" y="4643780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事前入店：1名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2980334" y="4853178"/>
            <a:ext cx="2095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水〜日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6" name="Image 1" descr="gen-dedup-af5ddc86777929b477b522a60f82cfd9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5162093" y="4767224"/>
            <a:ext cx="190195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09895" y="4643780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本入店：3名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5409895" y="4853178"/>
            <a:ext cx="228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水〜日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9" name="Image 2" descr="gen-dedup-ea24a0eb4ae7387f97567b9ef56a2951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7886090" y="4767224"/>
            <a:ext cx="171907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23834" y="4643780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対象店舗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057997" y="4890669"/>
            <a:ext cx="1524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アウトレット姫路東店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33095" y="6458407"/>
            <a:ext cx="111255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※本資料は計画案です。店舗名・日程・運用詳細は、Joshin様と協議のうえ確定いたします。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9302"/>
          </a:xfrm>
          <a:prstGeom prst="rect">
            <a:avLst/>
          </a:prstGeom>
          <a:solidFill>
            <a:srgbClr val="D900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305" y="2238451"/>
            <a:ext cx="5581498" cy="3657600"/>
          </a:xfrm>
          <a:prstGeom prst="roundRect">
            <a:avLst>
              <a:gd name="adj" fmla="val 4175"/>
            </a:avLst>
          </a:prstGeom>
          <a:solidFill>
            <a:srgbClr val="FAFAFA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05702" y="2409444"/>
            <a:ext cx="5162702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" name="Image 0" descr="gen-dedup-2e4f5c4ad70c0fdd68401ca7272fcf1f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305702" y="2409444"/>
            <a:ext cx="5143500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5702" y="3552444"/>
            <a:ext cx="5162702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Image 1" descr="gen-dedup-2e4f5c4ad70c0fdd68401ca7272fcf1f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305702" y="3552444"/>
            <a:ext cx="5143500" cy="576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5702" y="4695444"/>
            <a:ext cx="5162702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9" name="Image 2" descr="gen-dedup-2e4f5c4ad70c0fdd68401ca7272fcf1f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305702" y="4695444"/>
            <a:ext cx="5143500" cy="576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3095" y="2238451"/>
            <a:ext cx="5352898" cy="3657600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1" name="Image 3" descr="gen-dedup-5a09cde61ef39d755252eba446700e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4" y="2247595"/>
            <a:ext cx="5333695" cy="36389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33095" y="171907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NTTドコモ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533095" y="495605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Joshin様向け／店舗施策ご説明資料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8001000" y="267005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事前入店の背景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533095" y="981151"/>
            <a:ext cx="111255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事前入店する背景（Joshin様のご負担を増やさず、売場成果を高めるために）</a:t>
            </a:r>
            <a:endParaRPr lang="en-US" sz="2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33095" y="1445666"/>
            <a:ext cx="111255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事前週に専任1名が先行入店することで、</a:t>
            </a:r>
            <a:r>
              <a:rPr lang="en-US" sz="10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特販スタッフが常駐しない店舗様でも</a:t>
            </a: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、イベント週（</a:t>
            </a:r>
            <a:r>
              <a:rPr lang="en-US" sz="10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3名体制</a:t>
            </a: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）の準備を先に整え、店舗様のご負担なく当日をスムーズにします。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Image 4" descr="gen-dedup-9a2c15203ef8c2d4fa6f1d9e84cdacf8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6534302" y="2638044"/>
            <a:ext cx="171907" cy="1719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838798" y="2542946"/>
            <a:ext cx="45153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メリット① 店舗様はいつも通りでOK。運用に合わせて事前準備を代行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6838798" y="2779776"/>
            <a:ext cx="4515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事前入店時に</a:t>
            </a:r>
            <a:r>
              <a:rPr 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、</a:t>
            </a:r>
            <a:r>
              <a:rPr lang="ja-JP" alt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各</a:t>
            </a:r>
            <a:r>
              <a:rPr lang="en-US" sz="1000" dirty="0" err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担当者様へのご挨拶</a:t>
            </a:r>
            <a:r>
              <a:rPr 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・</a:t>
            </a:r>
            <a:r>
              <a:rPr lang="ja-JP" alt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店舗様特徴やルール、お客様層の理解から、当日役割のすり合わせを行い、</a:t>
            </a:r>
            <a:r>
              <a:rPr lang="en-US" sz="1000" dirty="0" err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Joshin様のお手を煩わせず、当日の連携が円滑になります</a:t>
            </a:r>
            <a:r>
              <a:rPr 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Image 5" descr="gen-dedup-bca217d1aa2bf8896031ddb83f4d830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4302" y="3781044"/>
            <a:ext cx="171907" cy="1719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38798" y="3685946"/>
            <a:ext cx="4515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メリット② </a:t>
            </a:r>
          </a:p>
          <a:p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イベント内容を事前にすり合わせ、当日のスムーズな接客を実現</a:t>
            </a:r>
            <a:endParaRPr lang="en-US" sz="1200" b="1" dirty="0">
              <a:solidFill>
                <a:srgbClr val="11111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Noto Sans JP" pitchFamily="34" charset="-120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838798" y="4120286"/>
            <a:ext cx="4515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インナーキャンペーンのルールや、お客様への具体的なお声がけ手順を事前にしっかり共有します。当日の「どう案内すればいいの？」といった疑問や迷いをなくし、現場の負担を軽減します。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3" name="Image 6" descr="gen-dedup-2278cf2183ff2f10da269c62b93fd1a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4924044"/>
            <a:ext cx="171907" cy="1719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838798" y="4828946"/>
            <a:ext cx="45153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メリット③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導線・掲示・想定Q&amp;Aを事前に整え、当日の手戻りを最小化</a:t>
            </a:r>
            <a:endParaRPr lang="en-US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838798" y="5263286"/>
            <a:ext cx="4515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事前に売場の導線確認・掲示物の整合・想定質問の整理を行い、当日は売場が本来の販売・接客に集中できる状態にします。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533095" y="6172200"/>
            <a:ext cx="111255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※事前週：専任1名が店舗様の運用を確認し、当日の役割・導線・ご案内を事前に整備。イベント週：3名が盛り上げ・体験・クロージング等の実行に集中できる状態を目指します。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9302"/>
          </a:xfrm>
          <a:prstGeom prst="rect">
            <a:avLst/>
          </a:prstGeom>
          <a:solidFill>
            <a:srgbClr val="D900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095" y="2000707"/>
            <a:ext cx="11144707" cy="4343400"/>
          </a:xfrm>
          <a:prstGeom prst="roundRect">
            <a:avLst>
              <a:gd name="adj" fmla="val 3516"/>
            </a:avLst>
          </a:prstGeom>
          <a:solidFill>
            <a:srgbClr val="FAFAFA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0898" y="2229307"/>
            <a:ext cx="6896405" cy="1772107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" name="Image 0" descr="gen-dedup-27719907b3032b9c2440e5def5830edf.png"/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780898" y="2229307"/>
            <a:ext cx="95098" cy="17529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2838298"/>
            <a:ext cx="2038198" cy="1009498"/>
          </a:xfrm>
          <a:prstGeom prst="roundRect">
            <a:avLst>
              <a:gd name="adj" fmla="val 13225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161995" y="2838298"/>
            <a:ext cx="2038198" cy="1009498"/>
          </a:xfrm>
          <a:prstGeom prst="roundRect">
            <a:avLst>
              <a:gd name="adj" fmla="val 13225"/>
            </a:avLst>
          </a:prstGeom>
          <a:solidFill>
            <a:srgbClr val="F3F8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96205" y="2838298"/>
            <a:ext cx="2229307" cy="1009498"/>
          </a:xfrm>
          <a:prstGeom prst="roundRect">
            <a:avLst>
              <a:gd name="adj" fmla="val 13225"/>
            </a:avLst>
          </a:prstGeom>
          <a:solidFill>
            <a:srgbClr val="F6FFF6"/>
          </a:solidFill>
          <a:ln w="12700">
            <a:solidFill>
              <a:srgbClr val="CFE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48295" y="2229307"/>
            <a:ext cx="3581705" cy="1772107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" name="Image 1" descr="gen-dedup-27719907b3032b9c2440e5def5830edf.png"/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7848295" y="2229307"/>
            <a:ext cx="95098" cy="17529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39405" y="2723998"/>
            <a:ext cx="1485900" cy="1123798"/>
          </a:xfrm>
          <a:prstGeom prst="roundRect">
            <a:avLst>
              <a:gd name="adj" fmla="val 11880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677095" y="2723998"/>
            <a:ext cx="1485900" cy="1123798"/>
          </a:xfrm>
          <a:prstGeom prst="roundRect">
            <a:avLst>
              <a:gd name="adj" fmla="val 11880"/>
            </a:avLst>
          </a:prstGeom>
          <a:solidFill>
            <a:srgbClr val="F3F8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80898" y="4134002"/>
            <a:ext cx="10649102" cy="205740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4" name="Image 2" descr="gen-dedup-5a4f324fde638a0277b53eba89fa98b7.png"/>
          <p:cNvPicPr>
            <a:picLocks noChangeAspect="1"/>
          </p:cNvPicPr>
          <p:nvPr/>
        </p:nvPicPr>
        <p:blipFill>
          <a:blip r:embed="rId4"/>
          <a:srcRect t="-76" b="-76"/>
          <a:stretch/>
        </p:blipFill>
        <p:spPr>
          <a:xfrm>
            <a:off x="780898" y="4134002"/>
            <a:ext cx="95098" cy="203819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28700" y="4724705"/>
            <a:ext cx="3238805" cy="647395"/>
          </a:xfrm>
          <a:prstGeom prst="roundRect">
            <a:avLst>
              <a:gd name="adj" fmla="val 20621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381805" y="4724705"/>
            <a:ext cx="3238805" cy="647395"/>
          </a:xfrm>
          <a:prstGeom prst="roundRect">
            <a:avLst>
              <a:gd name="adj" fmla="val 20621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28700" y="5429707"/>
            <a:ext cx="3238805" cy="647395"/>
          </a:xfrm>
          <a:prstGeom prst="roundRect">
            <a:avLst>
              <a:gd name="adj" fmla="val 20621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381805" y="5429707"/>
            <a:ext cx="3238805" cy="647395"/>
          </a:xfrm>
          <a:prstGeom prst="roundRect">
            <a:avLst>
              <a:gd name="adj" fmla="val 20621"/>
            </a:avLst>
          </a:prstGeom>
          <a:solidFill>
            <a:srgbClr val="FFFFFF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848295" y="4267505"/>
            <a:ext cx="3409798" cy="914400"/>
          </a:xfrm>
          <a:prstGeom prst="roundRect">
            <a:avLst>
              <a:gd name="adj" fmla="val 146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848295" y="5257800"/>
            <a:ext cx="3409798" cy="838505"/>
          </a:xfrm>
          <a:prstGeom prst="roundRect">
            <a:avLst>
              <a:gd name="adj" fmla="val 15921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533095" y="171907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NTTドコモ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33095" y="495605"/>
            <a:ext cx="6858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Joshin様向け／店舗施策ご説明資料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8001000" y="267005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事前週（活動計画）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533095" y="1028700"/>
            <a:ext cx="111255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事前週の目的と活動内容（事前入店：1名）</a:t>
            </a:r>
            <a:endParaRPr lang="en-US" sz="2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533095" y="1493215"/>
            <a:ext cx="111255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事前週で「当日のやり取り・ご負担・ご不安」を先に解消し、当日はJoshin様が安心して迎えられる状態をつくります。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6" name="Image 3" descr="gen-dedup-e7800833f452cc227e5e2b2d6c7ead0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5451" y="250545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10005" y="2400300"/>
            <a:ext cx="6057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目的（Joshin様が安心して任せられる状態をつくる）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8" name="Image 4" descr="gen-dedup-38e170eae0300e5358bdec38d85cd7d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0549" y="3019349"/>
            <a:ext cx="152705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466698" y="3039007"/>
            <a:ext cx="14676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導線・役割を事前に整理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119226" y="3334359"/>
            <a:ext cx="19760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当日の混乱を抑制し、店舗運営</a:t>
            </a:r>
            <a:endParaRPr lang="en-US" sz="1000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sz="1000" dirty="0" err="1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への影響を最小化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1" name="Image 5" descr="gen-dedup-94b5a949adc67ec77a7983c3494f9b0b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3305556" y="3019349"/>
            <a:ext cx="190195" cy="152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9078" y="3016316"/>
            <a:ext cx="14676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ご案内がスムーズに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3284025" y="3350072"/>
            <a:ext cx="19146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00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defRPr>
            </a:lvl1pPr>
          </a:lstStyle>
          <a:p>
            <a:r>
              <a:rPr lang="en-US" dirty="0"/>
              <a:t>「</a:t>
            </a:r>
            <a:r>
              <a:rPr lang="en-US" dirty="0" err="1"/>
              <a:t>何を案内すればよいか」を</a:t>
            </a:r>
            <a:endParaRPr lang="en-US" dirty="0"/>
          </a:p>
          <a:p>
            <a:r>
              <a:rPr lang="ja-JP" altLang="en-US"/>
              <a:t>　</a:t>
            </a:r>
            <a:r>
              <a:rPr lang="en-US" dirty="0" err="1"/>
              <a:t>事前に共有</a:t>
            </a:r>
            <a:endParaRPr lang="en-US" dirty="0"/>
          </a:p>
        </p:txBody>
      </p:sp>
      <p:pic>
        <p:nvPicPr>
          <p:cNvPr id="34" name="Image 6" descr="gen-dedup-0b56e9dd63af685d4ce9777fdab7827a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5438851" y="3019349"/>
            <a:ext cx="190195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734052" y="3017282"/>
            <a:ext cx="1657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特販不在でも安心のサポート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5504689" y="3525012"/>
            <a:ext cx="2020823" cy="11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00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defRPr>
            </a:lvl1pPr>
          </a:lstStyle>
          <a:p>
            <a:r>
              <a:rPr lang="en-US" dirty="0"/>
              <a:t>連携ル</a:t>
            </a:r>
            <a:r>
              <a:rPr lang="en-US"/>
              <a:t>ールと段取りを事前に共有</a:t>
            </a:r>
            <a:endParaRPr lang="en-US" dirty="0"/>
          </a:p>
        </p:txBody>
      </p:sp>
      <p:pic>
        <p:nvPicPr>
          <p:cNvPr id="37" name="Image 7" descr="gen-dedup-8aefabcbf58291b2464bd59639c9696b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8106156" y="2457907"/>
            <a:ext cx="190195" cy="171907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38998" y="2400300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事前週→イベント週：連携の流れ（図解）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29"/>
          <p:cNvSpPr txBox="1"/>
          <p:nvPr/>
        </p:nvSpPr>
        <p:spPr>
          <a:xfrm>
            <a:off x="8153705" y="2819095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事前週（水〜日）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0"/>
          <p:cNvSpPr txBox="1"/>
          <p:nvPr/>
        </p:nvSpPr>
        <p:spPr>
          <a:xfrm>
            <a:off x="8153705" y="3024835"/>
            <a:ext cx="1239012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現状確認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すり合わせ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要点共有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1"/>
          <p:cNvSpPr txBox="1"/>
          <p:nvPr/>
        </p:nvSpPr>
        <p:spPr>
          <a:xfrm>
            <a:off x="9791395" y="2819095"/>
            <a:ext cx="1239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5CC8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当日準備完了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9791395" y="3024835"/>
            <a:ext cx="1239012" cy="50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導線・役割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備品・在庫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ts val="125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想定対応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43" name="Image 8" descr="gen-dedup-9a7a4bc2b5cd1e8fb9cadbc93bdc58f4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9496044" y="3143707"/>
            <a:ext cx="152705" cy="171907"/>
          </a:xfrm>
          <a:prstGeom prst="rect">
            <a:avLst/>
          </a:prstGeom>
        </p:spPr>
      </p:pic>
      <p:pic>
        <p:nvPicPr>
          <p:cNvPr id="44" name="Image 9" descr="gen-dedup-176c11abcbcdae814c0c8d9dbc7a04ca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19226" y="4410151"/>
            <a:ext cx="142646" cy="19019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410005" y="4304995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事前入店で実施すること（チェック項目を“見える化”）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46" name="Image 10" descr="gen-dedup-9347632dcbf92dc54feb00950f95a7a9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81405" y="4934102"/>
            <a:ext cx="171907" cy="171907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466698" y="4819802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売場・運営の現状確認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35"/>
          <p:cNvSpPr txBox="1"/>
          <p:nvPr/>
        </p:nvSpPr>
        <p:spPr>
          <a:xfrm>
            <a:off x="1466698" y="5038344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導線／混雑ポイント／掲示位置を確認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49" name="Image 11" descr="gen-dedup-9347632dcbf92dc54feb00950f95a7a9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33595" y="4934102"/>
            <a:ext cx="171907" cy="171907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4819802" y="4819802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協力範囲のすり合わせ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37"/>
          <p:cNvSpPr txBox="1"/>
          <p:nvPr/>
        </p:nvSpPr>
        <p:spPr>
          <a:xfrm>
            <a:off x="4819802" y="5038344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当日の役割・対応範囲を明確化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2" name="Image 12" descr="gen-dedup-9347632dcbf92dc54feb00950f95a7a9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81405" y="5639105"/>
            <a:ext cx="171907" cy="171907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1466698" y="55248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要点共有（10〜15分）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Text 39"/>
          <p:cNvSpPr txBox="1"/>
          <p:nvPr/>
        </p:nvSpPr>
        <p:spPr>
          <a:xfrm>
            <a:off x="1466698" y="5743346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案内フロー／想定質問／キャンペーン要点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5" name="Image 13" descr="gen-dedup-9347632dcbf92dc54feb00950f95a7a9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33595" y="5639105"/>
            <a:ext cx="171907" cy="171907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4819802" y="55248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備品・デモ・在庫の事前確認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Text 41"/>
          <p:cNvSpPr txBox="1"/>
          <p:nvPr/>
        </p:nvSpPr>
        <p:spPr>
          <a:xfrm>
            <a:off x="4819802" y="5743346"/>
            <a:ext cx="2667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不足・懸念を早期に洗い出し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8" name="Image 14" descr="gen-dedup-f984782d140c6a8fb294f7b2d226d8e4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106156" y="4448556"/>
            <a:ext cx="171907" cy="171907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377275" y="4376776"/>
            <a:ext cx="27816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入店独自施策</a:t>
            </a:r>
            <a:r>
              <a:rPr lang="en-US" sz="11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Joshin社員様振り</a:t>
            </a:r>
            <a:r>
              <a:rPr lang="en-US" sz="11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 インナーキャンペーン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43"/>
          <p:cNvSpPr txBox="1"/>
          <p:nvPr/>
        </p:nvSpPr>
        <p:spPr>
          <a:xfrm>
            <a:off x="8134045" y="4801057"/>
            <a:ext cx="30861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・振り数に応じて</a:t>
            </a:r>
            <a:r>
              <a:rPr lang="en-US" sz="1400" b="1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景品をプレゼント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8258861" y="4976165"/>
            <a:ext cx="30861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※</a:t>
            </a:r>
            <a:r>
              <a:rPr lang="en-US" sz="800" dirty="0" err="1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運用詳細は店舗様と事前に</a:t>
            </a:r>
            <a:r>
              <a:rPr lang="ja-JP" altLang="en-US" sz="800" dirty="0">
                <a:solidFill>
                  <a:srgbClr val="666666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相談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62" name="Image 15" descr="gen-dedup-33c3c7b208392ddcea9150602bdfc861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06156" y="5419649"/>
            <a:ext cx="152705" cy="152705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8358072" y="5418287"/>
            <a:ext cx="28200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err="1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</a:t>
            </a:r>
            <a:r>
              <a:rPr lang="en-US" sz="1050" b="1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様のメリット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8343900" y="5710886"/>
            <a:ext cx="28200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・イベント理解／参加意欲の向上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47"/>
          <p:cNvSpPr txBox="1"/>
          <p:nvPr/>
        </p:nvSpPr>
        <p:spPr>
          <a:xfrm>
            <a:off x="8343900" y="5886907"/>
            <a:ext cx="28200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・日常コミュニケーション増 → </a:t>
            </a:r>
            <a:r>
              <a:rPr lang="en-US" sz="800" dirty="0" err="1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当日連携が円滑に</a:t>
            </a:r>
            <a:r>
              <a:rPr lang="ja-JP" altLang="en-US" sz="80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なる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6" name="Text 48"/>
          <p:cNvSpPr txBox="1"/>
          <p:nvPr/>
        </p:nvSpPr>
        <p:spPr>
          <a:xfrm>
            <a:off x="533095" y="6420002"/>
            <a:ext cx="111255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※事前週の実施内容は、Joshin様の運営状況・ご意向に合わせて調整いたします。店舗様のご負担を最小化しつつ、イベント週の成果最大化を目指します。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9302"/>
          </a:xfrm>
          <a:prstGeom prst="rect">
            <a:avLst/>
          </a:prstGeom>
          <a:solidFill>
            <a:srgbClr val="D900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095" y="1962302"/>
            <a:ext cx="11144707" cy="4343400"/>
          </a:xfrm>
          <a:prstGeom prst="roundRect">
            <a:avLst>
              <a:gd name="adj" fmla="val 3516"/>
            </a:avLst>
          </a:prstGeom>
          <a:solidFill>
            <a:srgbClr val="FAFAFA"/>
          </a:solidFill>
          <a:ln w="12700">
            <a:solidFill>
              <a:srgbClr val="EFEFE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1695" y="2190902"/>
            <a:ext cx="5124298" cy="1923898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" name="Image 0" descr="gen-dedup-06d104a1206624a3afc19916384cc69a.png"/>
          <p:cNvPicPr>
            <a:picLocks noChangeAspect="1"/>
          </p:cNvPicPr>
          <p:nvPr/>
        </p:nvPicPr>
        <p:blipFill>
          <a:blip r:embed="rId3"/>
          <a:srcRect t="-72" b="-72"/>
          <a:stretch/>
        </p:blipFill>
        <p:spPr>
          <a:xfrm>
            <a:off x="761695" y="2190902"/>
            <a:ext cx="95098" cy="1904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9498" y="2381098"/>
            <a:ext cx="1162202" cy="1162202"/>
          </a:xfrm>
          <a:prstGeom prst="roundRect">
            <a:avLst>
              <a:gd name="adj" fmla="val 13139"/>
            </a:avLst>
          </a:prstGeom>
          <a:solidFill>
            <a:srgbClr val="F2F3F5"/>
          </a:solidFill>
          <a:ln w="127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24905" y="2190902"/>
            <a:ext cx="5124298" cy="1923898"/>
          </a:xfrm>
          <a:prstGeom prst="roundRect">
            <a:avLst>
              <a:gd name="adj" fmla="val 893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ja-JP" alt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9" name="Image 1" descr="gen-dedup-06d104a1206624a3afc19916384cc69a.png"/>
          <p:cNvPicPr>
            <a:picLocks noChangeAspect="1"/>
          </p:cNvPicPr>
          <p:nvPr/>
        </p:nvPicPr>
        <p:blipFill>
          <a:blip r:embed="rId3"/>
          <a:srcRect t="-72" b="-72"/>
          <a:stretch/>
        </p:blipFill>
        <p:spPr>
          <a:xfrm>
            <a:off x="6324905" y="2190902"/>
            <a:ext cx="95098" cy="19046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72707" y="2381098"/>
            <a:ext cx="1162202" cy="1162202"/>
          </a:xfrm>
          <a:prstGeom prst="roundRect">
            <a:avLst>
              <a:gd name="adj" fmla="val 13139"/>
            </a:avLst>
          </a:prstGeom>
          <a:solidFill>
            <a:srgbClr val="F2F3F5"/>
          </a:solidFill>
          <a:ln w="127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61695" y="4238244"/>
            <a:ext cx="5124298" cy="1923898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3" name="Image 2" descr="gen-dedup-06d104a1206624a3afc19916384cc69a.png"/>
          <p:cNvPicPr>
            <a:picLocks noChangeAspect="1"/>
          </p:cNvPicPr>
          <p:nvPr/>
        </p:nvPicPr>
        <p:blipFill>
          <a:blip r:embed="rId3"/>
          <a:srcRect t="-72" b="-72"/>
          <a:stretch/>
        </p:blipFill>
        <p:spPr>
          <a:xfrm>
            <a:off x="761695" y="4238244"/>
            <a:ext cx="95098" cy="19046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09498" y="4429354"/>
            <a:ext cx="1162202" cy="1162202"/>
          </a:xfrm>
          <a:prstGeom prst="roundRect">
            <a:avLst>
              <a:gd name="adj" fmla="val 13139"/>
            </a:avLst>
          </a:prstGeom>
          <a:solidFill>
            <a:srgbClr val="F2F3F5"/>
          </a:solidFill>
          <a:ln w="127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324905" y="4238244"/>
            <a:ext cx="5124298" cy="1923898"/>
          </a:xfrm>
          <a:prstGeom prst="roundRect">
            <a:avLst>
              <a:gd name="adj" fmla="val 893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Image 3" descr="gen-dedup-06d104a1206624a3afc19916384cc69a.png"/>
          <p:cNvPicPr>
            <a:picLocks noChangeAspect="1"/>
          </p:cNvPicPr>
          <p:nvPr/>
        </p:nvPicPr>
        <p:blipFill>
          <a:blip r:embed="rId3"/>
          <a:srcRect t="-72" b="-72"/>
          <a:stretch/>
        </p:blipFill>
        <p:spPr>
          <a:xfrm>
            <a:off x="6324905" y="4238244"/>
            <a:ext cx="95098" cy="190469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2707" y="4429354"/>
            <a:ext cx="1162202" cy="1162202"/>
          </a:xfrm>
          <a:prstGeom prst="roundRect">
            <a:avLst>
              <a:gd name="adj" fmla="val 13139"/>
            </a:avLst>
          </a:prstGeom>
          <a:solidFill>
            <a:srgbClr val="F2F3F5"/>
          </a:solidFill>
          <a:ln w="127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533095" y="171907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NTTドコモ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533095" y="495605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Joshin様向け／店舗施策ご説明資料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391095" y="267005"/>
            <a:ext cx="42675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Dreamチーム（メンバー紹介）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533095" y="1047902"/>
            <a:ext cx="111255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Dreamチーム メンバー紹介（4名）</a:t>
            </a:r>
            <a:endParaRPr lang="en-US" sz="25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533095" y="1512418"/>
            <a:ext cx="111255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</a:t>
            </a:r>
            <a:r>
              <a:rPr lang="en-US" sz="10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1名</a:t>
            </a: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／イベント週</a:t>
            </a:r>
            <a:r>
              <a:rPr lang="en-US" sz="10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3名</a:t>
            </a:r>
            <a:r>
              <a:rPr 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の体制で入店します</a:t>
            </a:r>
            <a:r>
              <a:rPr lang="ja-JP" altLang="en-US" sz="1000" dirty="0">
                <a:solidFill>
                  <a:srgbClr val="555555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5" name="Image 4" descr="gen-dedup-f0b06abd654f83e0f5821bc2a90c7318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447495" y="2800807"/>
            <a:ext cx="267005" cy="3044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286000" y="2381098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早川　颯太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2286000" y="2625242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｜</a:t>
            </a:r>
            <a:r>
              <a:rPr lang="ja-JP" altLang="en-US" sz="900" b="1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ディレクター兼クローザー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2286000" y="2995574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自己紹介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これまで多数の店舗様にてイベント運営、ディレクションおよび</a:t>
            </a:r>
            <a:endParaRPr lang="en-US" altLang="ja-JP" sz="900" b="1" dirty="0"/>
          </a:p>
          <a:p>
            <a:r>
              <a:rPr lang="ja-JP" altLang="en-US" sz="900" b="1" dirty="0"/>
              <a:t>販売支援に携わってまいりました。</a:t>
            </a:r>
            <a:endParaRPr lang="en-US" altLang="ja-JP" sz="900" b="1" dirty="0"/>
          </a:p>
          <a:p>
            <a:r>
              <a:rPr lang="ja-JP" altLang="en-US" sz="900" b="1" dirty="0"/>
              <a:t>現場での円滑な導線づくりと、店舗様との連携強化を得意</a:t>
            </a:r>
            <a:endParaRPr lang="en-US" altLang="ja-JP" sz="900" b="1" dirty="0"/>
          </a:p>
          <a:p>
            <a:r>
              <a:rPr lang="ja-JP" altLang="en-US" sz="900" b="1" dirty="0"/>
              <a:t>としております</a:t>
            </a:r>
            <a:r>
              <a:rPr lang="ja-JP" altLang="en-US" sz="900" dirty="0"/>
              <a:t>。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2304288" y="3653027"/>
            <a:ext cx="3429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一言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altLang="ja-JP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イベント運営にて、</a:t>
            </a:r>
            <a:endParaRPr lang="en-US" altLang="ja-JP" sz="900" b="1" dirty="0"/>
          </a:p>
          <a:p>
            <a:r>
              <a:rPr lang="ja-JP" altLang="en-US" sz="900" b="1" dirty="0"/>
              <a:t>店舗様と一体となって最高の成果を創出します！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352398" y="3709721"/>
            <a:ext cx="4672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1" name="Image 5" descr="gen-dedup-f0b06abd654f83e0f5821bc2a90c7318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7010705" y="2800807"/>
            <a:ext cx="267005" cy="3044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848295" y="2381098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ja-JP" alt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片岡　侑</a:t>
            </a:r>
            <a:endParaRPr lang="en-US" altLang="ja-JP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7848295" y="2625242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｜</a:t>
            </a:r>
            <a:r>
              <a:rPr lang="ja-JP" altLang="en-US" sz="900" b="1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ディレクター兼クローザー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6858000" y="3709721"/>
            <a:ext cx="5815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7" name="Image 6" descr="gen-dedup-f0b06abd654f83e0f5821bc2a90c7318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447495" y="4848149"/>
            <a:ext cx="267005" cy="3044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286000" y="4429354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ja-JP" alt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日高　 悠弥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2286000" y="467258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｜</a:t>
            </a:r>
            <a:r>
              <a:rPr lang="ja-JP" altLang="en-US" sz="900" b="1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クローザー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2286000" y="5055127"/>
            <a:ext cx="3429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自己紹介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長期間の通信業界での現場経験で培ったヒアリング力を活かし、</a:t>
            </a:r>
            <a:endParaRPr lang="en-US" altLang="ja-JP" sz="900" b="1" dirty="0"/>
          </a:p>
          <a:p>
            <a:r>
              <a:rPr lang="ja-JP" altLang="en-US" sz="900" b="1" dirty="0"/>
              <a:t>お客様の潜在的なニーズに寄り添った最適なご提案をいたします。</a:t>
            </a:r>
            <a:endParaRPr lang="en-US" altLang="ja-JP" sz="900" b="1" dirty="0"/>
          </a:p>
          <a:p>
            <a:r>
              <a:rPr lang="ja-JP" altLang="en-US" sz="900" b="1" dirty="0"/>
              <a:t>ご不安を取り除き、安心して任せていただける接客を心がけます。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2"/>
          <p:cNvSpPr txBox="1"/>
          <p:nvPr/>
        </p:nvSpPr>
        <p:spPr>
          <a:xfrm>
            <a:off x="2286000" y="5591556"/>
            <a:ext cx="3429000" cy="286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一言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お客様のニーズを引き出す丁寧な接客で</a:t>
            </a:r>
            <a:endParaRPr lang="en-US" altLang="ja-JP" sz="900" b="1" dirty="0"/>
          </a:p>
          <a:p>
            <a:r>
              <a:rPr lang="ja-JP" altLang="en-US" sz="900" b="1" dirty="0"/>
              <a:t>ご満足と確実な実績アップをお約束します！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Text 33"/>
          <p:cNvSpPr txBox="1"/>
          <p:nvPr/>
        </p:nvSpPr>
        <p:spPr>
          <a:xfrm>
            <a:off x="1295705" y="5757977"/>
            <a:ext cx="5815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43" name="Image 7" descr="gen-dedup-f0b06abd654f83e0f5821bc2a90c7318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7010705" y="4848149"/>
            <a:ext cx="267005" cy="30449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848295" y="4429354"/>
            <a:ext cx="3429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早川　大介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35"/>
          <p:cNvSpPr txBox="1"/>
          <p:nvPr/>
        </p:nvSpPr>
        <p:spPr>
          <a:xfrm>
            <a:off x="7848295" y="4672584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｜</a:t>
            </a:r>
            <a:r>
              <a:rPr lang="ja-JP" altLang="en-US" sz="900" b="1" dirty="0">
                <a:solidFill>
                  <a:srgbClr val="444444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クローザー</a:t>
            </a:r>
            <a:endParaRPr lang="en-US" sz="9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7848295" y="4858207"/>
            <a:ext cx="3429000" cy="59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自己紹介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altLang="ja-JP" sz="900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訪問販売や通信イベント業務で豊富な活動経験があります。</a:t>
            </a:r>
            <a:endParaRPr lang="en-US" altLang="ja-JP" sz="900" b="1" dirty="0"/>
          </a:p>
          <a:p>
            <a:r>
              <a:rPr lang="ja-JP" altLang="en-US" sz="900" b="1" dirty="0"/>
              <a:t>多様なお客様へのアプローチから確実なクロージングまで、</a:t>
            </a:r>
            <a:endParaRPr lang="en-US" altLang="ja-JP" sz="900" b="1" dirty="0"/>
          </a:p>
          <a:p>
            <a:r>
              <a:rPr lang="ja-JP" altLang="en-US" sz="900" b="1" dirty="0"/>
              <a:t>粘り強くスピーディーに対応いたします。</a:t>
            </a:r>
            <a:endParaRPr lang="en-US" altLang="ja-JP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pPr marL="0" indent="0" algn="l">
              <a:buNone/>
            </a:pP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 37"/>
          <p:cNvSpPr txBox="1"/>
          <p:nvPr/>
        </p:nvSpPr>
        <p:spPr>
          <a:xfrm>
            <a:off x="7877556" y="5597706"/>
            <a:ext cx="3429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一言</a:t>
            </a:r>
            <a:r>
              <a:rPr lang="en-US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</a:p>
          <a:p>
            <a:r>
              <a:rPr lang="ja-JP" altLang="en-US" sz="900" b="1" dirty="0"/>
              <a:t>持ち前の行動力と粘り強さを武器に</a:t>
            </a:r>
            <a:endParaRPr lang="en-US" altLang="ja-JP" sz="900" b="1" dirty="0"/>
          </a:p>
          <a:p>
            <a:r>
              <a:rPr lang="ja-JP" altLang="en-US" sz="900" b="1" dirty="0"/>
              <a:t>店舗様の成果最大化へ向けて全力で取り組みます！</a:t>
            </a:r>
            <a:endParaRPr lang="en-US" sz="900" b="1" dirty="0">
              <a:solidFill>
                <a:srgbClr val="111111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533095" y="6476695"/>
            <a:ext cx="111255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40C6DFA8-F1A6-39E7-71AA-CDC4F40C3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372635"/>
            <a:ext cx="1162202" cy="1214349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00BEF7C3-B935-AFEF-B196-ACB6E383DB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707" y="4412969"/>
            <a:ext cx="1162202" cy="1201447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2BA9AB15-62EE-F04C-A6B0-DDB548931F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092" y="2347266"/>
            <a:ext cx="1227474" cy="1267357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EF0BF0B9-94B5-EA88-D190-00F54298B4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9488" y="2235534"/>
            <a:ext cx="1389322" cy="1365374"/>
          </a:xfrm>
          <a:prstGeom prst="rect">
            <a:avLst/>
          </a:prstGeom>
        </p:spPr>
      </p:pic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48EBCCD-0723-46C9-9EDA-167F52163397}"/>
              </a:ext>
            </a:extLst>
          </p:cNvPr>
          <p:cNvSpPr/>
          <p:nvPr/>
        </p:nvSpPr>
        <p:spPr>
          <a:xfrm>
            <a:off x="7828810" y="2865730"/>
            <a:ext cx="3399739" cy="5754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B699032-7E2A-3E78-6AAE-4EF8B7FF1F93}"/>
              </a:ext>
            </a:extLst>
          </p:cNvPr>
          <p:cNvSpPr/>
          <p:nvPr/>
        </p:nvSpPr>
        <p:spPr>
          <a:xfrm>
            <a:off x="7877556" y="2953054"/>
            <a:ext cx="3304946" cy="5754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DEE6A09D-399A-82B6-F53D-95ECC320E57E}"/>
              </a:ext>
            </a:extLst>
          </p:cNvPr>
          <p:cNvSpPr txBox="1"/>
          <p:nvPr/>
        </p:nvSpPr>
        <p:spPr>
          <a:xfrm>
            <a:off x="7885785" y="2820010"/>
            <a:ext cx="34494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自己紹介</a:t>
            </a:r>
            <a:r>
              <a:rPr lang="en-US" altLang="ja-JP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altLang="ja-JP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これまでイベントディレクターおよびクローザーとして活動してまいりました。</a:t>
            </a:r>
            <a:endParaRPr lang="en-US" altLang="ja-JP" sz="900" b="1" dirty="0"/>
          </a:p>
          <a:p>
            <a:r>
              <a:rPr lang="ja-JP" altLang="en-US" sz="900" b="1" dirty="0"/>
              <a:t>スタッフ間の連携を強化し、活気ある売場づくりと的確なご提案で、店舗様の目標達成を強力に牽引いたします。</a:t>
            </a:r>
            <a:endParaRPr kumimoji="1" lang="ja-JP" altLang="en-US" sz="900" b="1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7068372-0150-43E5-4E47-885C72834AA8}"/>
              </a:ext>
            </a:extLst>
          </p:cNvPr>
          <p:cNvSpPr txBox="1"/>
          <p:nvPr/>
        </p:nvSpPr>
        <p:spPr>
          <a:xfrm>
            <a:off x="7960659" y="3563720"/>
            <a:ext cx="33049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b="1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一言</a:t>
            </a:r>
            <a:r>
              <a:rPr lang="en-US" altLang="ja-JP" sz="9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：</a:t>
            </a:r>
            <a:endParaRPr lang="en-US" altLang="ja-JP" sz="900" b="1" dirty="0">
              <a:solidFill>
                <a:srgbClr val="333333"/>
              </a:solidFill>
              <a:latin typeface="Meiryo" panose="020B0604030504040204" pitchFamily="34" charset="-128"/>
              <a:ea typeface="Meiryo" panose="020B0604030504040204" pitchFamily="34" charset="-128"/>
              <a:cs typeface="Noto Sans JP" pitchFamily="34" charset="-120"/>
            </a:endParaRPr>
          </a:p>
          <a:p>
            <a:r>
              <a:rPr lang="ja-JP" altLang="en-US" sz="900" b="1" dirty="0"/>
              <a:t>圧倒的な熱量とチームワークで、店舗様の売上最大化に貢献いたします。</a:t>
            </a:r>
            <a:endParaRPr kumimoji="1" lang="ja-JP" altLang="en-US" sz="9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3697" y="680249"/>
            <a:ext cx="11144707" cy="571500"/>
          </a:xfrm>
          <a:prstGeom prst="roundRect">
            <a:avLst>
              <a:gd name="adj" fmla="val 23360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4400" y="1417342"/>
            <a:ext cx="5868858" cy="629909"/>
          </a:xfrm>
          <a:prstGeom prst="roundRect">
            <a:avLst>
              <a:gd name="adj" fmla="val 31878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49276" y="1432978"/>
            <a:ext cx="5868858" cy="629909"/>
          </a:xfrm>
          <a:prstGeom prst="roundRect">
            <a:avLst>
              <a:gd name="adj" fmla="val 31878"/>
            </a:avLst>
          </a:prstGeom>
          <a:solidFill>
            <a:srgbClr val="FFF5F6"/>
          </a:solidFill>
          <a:ln w="12700">
            <a:solidFill>
              <a:srgbClr val="F1C9CF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33095" y="80258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NTTドコモ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33095" y="495605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Joshin様向け／店舗施策ご説明資料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391095" y="267005"/>
            <a:ext cx="42675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実績記入表（手書き記入用）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Image 2" descr="gen-dedup-2b58806e9fabec7efdb28ca119e08d8b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397682" y="890060"/>
            <a:ext cx="152705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799" y="752696"/>
            <a:ext cx="10420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本表は日次で更新し、進捗をJoshin様とリアルタイムに共有します。透明性をもって売場成果を積み上げます。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85799" y="992981"/>
            <a:ext cx="10420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日々の成果をJoshin様と共有しながら、貴店の売場を一緒に盛り上げてまいります。</a:t>
            </a:r>
            <a:endParaRPr lang="en-US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229896" y="1501960"/>
            <a:ext cx="5634267" cy="301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事前入店週（水〜日）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105967" y="1501960"/>
            <a:ext cx="5634267" cy="301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001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本入店週（水〜日）</a:t>
            </a:r>
            <a:endParaRPr lang="en-US" sz="1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753174"/>
              </p:ext>
            </p:extLst>
          </p:nvPr>
        </p:nvGraphicFramePr>
        <p:xfrm>
          <a:off x="144399" y="1959308"/>
          <a:ext cx="5763341" cy="4155138"/>
        </p:xfrm>
        <a:graphic>
          <a:graphicData uri="http://schemas.openxmlformats.org/drawingml/2006/table">
            <a:tbl>
              <a:tblPr/>
              <a:tblGrid>
                <a:gridCol w="168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6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項目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水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木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金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土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日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MNP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機種変更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純粋新規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光1G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光10G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Home5G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 err="1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でんき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 err="1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ガス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PLATINUM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GOLD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GOLD U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社員様からの振り数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661357"/>
              </p:ext>
            </p:extLst>
          </p:nvPr>
        </p:nvGraphicFramePr>
        <p:xfrm>
          <a:off x="6144372" y="1959307"/>
          <a:ext cx="5634267" cy="4114344"/>
        </p:xfrm>
        <a:graphic>
          <a:graphicData uri="http://schemas.openxmlformats.org/drawingml/2006/table">
            <a:tbl>
              <a:tblPr/>
              <a:tblGrid>
                <a:gridCol w="164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9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項目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水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木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金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土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日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MNP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機種変更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純粋</a:t>
                      </a:r>
                      <a:r>
                        <a:rPr lang="en-US" sz="825" b="1" dirty="0" err="1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新規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光1G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光10G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Home5G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 err="1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でんき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ドコモ</a:t>
                      </a:r>
                      <a:r>
                        <a:rPr lang="en-US" sz="825" b="1" dirty="0" err="1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ガス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PLATINUM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GOLD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d</a:t>
                      </a:r>
                      <a:r>
                        <a:rPr lang="ja-JP" alt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カード</a:t>
                      </a: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GOLD U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b="1" dirty="0">
                          <a:solidFill>
                            <a:srgbClr val="111111"/>
                          </a:solidFill>
                          <a:latin typeface="Klee One" pitchFamily="34" charset="0"/>
                          <a:ea typeface="Klee One" pitchFamily="34" charset="-122"/>
                          <a:cs typeface="Klee One" pitchFamily="34" charset="-120"/>
                        </a:rPr>
                        <a:t>社員様からの振り数</a:t>
                      </a:r>
                      <a:endParaRPr lang="en-US" sz="825" b="1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57607" marR="57607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25" dirty="0">
                        <a:latin typeface="Klee One" charset="0"/>
                        <a:ea typeface="Klee One" charset="0"/>
                        <a:cs typeface="Klee One" charset="0"/>
                      </a:endParaRPr>
                    </a:p>
                  </a:txBody>
                  <a:tcPr marL="38405" marR="38405" marT="19202" marB="19202" anchor="ctr">
                    <a:lnL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33095" y="6381598"/>
            <a:ext cx="111255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JP" pitchFamily="34" charset="-120"/>
              </a:rPr>
              <a:t>※各日の欄に「目標値／実績値」を手書きで追記してください（例：87/60）。</a:t>
            </a:r>
            <a:endParaRPr lang="en-US" sz="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2038D39B-F907-2CF3-271F-F6028C206D91}"/>
              </a:ext>
            </a:extLst>
          </p:cNvPr>
          <p:cNvSpPr txBox="1"/>
          <p:nvPr/>
        </p:nvSpPr>
        <p:spPr>
          <a:xfrm>
            <a:off x="790956" y="267005"/>
            <a:ext cx="6855373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u="sng" dirty="0" err="1">
                <a:latin typeface="Meiryo" panose="020B0604030504040204" pitchFamily="34" charset="-128"/>
                <a:ea typeface="Meiryo" panose="020B0604030504040204" pitchFamily="34" charset="-128"/>
              </a:rPr>
              <a:t>貴店の総販</a:t>
            </a:r>
            <a:r>
              <a:rPr lang="ja-JP" altLang="en-US" sz="2800" b="1" u="sng" dirty="0">
                <a:highlight>
                  <a:srgbClr val="FFFF00"/>
                </a:highlight>
                <a:latin typeface="Meiryo" panose="020B0604030504040204" pitchFamily="34" charset="-128"/>
                <a:ea typeface="Meiryo" panose="020B0604030504040204" pitchFamily="34" charset="-128"/>
              </a:rPr>
              <a:t>　　</a:t>
            </a:r>
            <a:r>
              <a:rPr lang="en-US" sz="2800" b="1" u="sng" dirty="0" err="1">
                <a:latin typeface="Meiryo" panose="020B0604030504040204" pitchFamily="34" charset="-128"/>
                <a:ea typeface="Meiryo" panose="020B0604030504040204" pitchFamily="34" charset="-128"/>
              </a:rPr>
              <a:t>件達成に向けて全力で運営させていただきます</a:t>
            </a:r>
            <a:r>
              <a:rPr lang="en-US" sz="2800" b="1" u="sng" dirty="0">
                <a:latin typeface="Meiryo" panose="020B0604030504040204" pitchFamily="34" charset="-128"/>
                <a:ea typeface="Meiryo" panose="020B0604030504040204" pitchFamily="34" charset="-128"/>
              </a:rPr>
              <a:t>！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B8008DB-A816-A4F3-7FD9-143604FCCB7A}"/>
              </a:ext>
            </a:extLst>
          </p:cNvPr>
          <p:cNvSpPr/>
          <p:nvPr/>
        </p:nvSpPr>
        <p:spPr>
          <a:xfrm>
            <a:off x="10086622" y="6167870"/>
            <a:ext cx="1653612" cy="440187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EF1D26F-CA74-08F4-BC35-C6E7FD5DDC27}"/>
              </a:ext>
            </a:extLst>
          </p:cNvPr>
          <p:cNvSpPr/>
          <p:nvPr/>
        </p:nvSpPr>
        <p:spPr>
          <a:xfrm>
            <a:off x="10086622" y="6167870"/>
            <a:ext cx="619139" cy="440187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789</Words>
  <Application>Microsoft Office PowerPoint</Application>
  <PresentationFormat>ワイド画面</PresentationFormat>
  <Paragraphs>158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Klee One</vt:lpstr>
      <vt:lpstr>Meiryo</vt:lpstr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幸輝 上森</cp:lastModifiedBy>
  <cp:revision>5</cp:revision>
  <dcterms:created xsi:type="dcterms:W3CDTF">2026-07-29T09:36:52Z</dcterms:created>
  <dcterms:modified xsi:type="dcterms:W3CDTF">2026-08-10T11:35:43Z</dcterms:modified>
</cp:coreProperties>
</file>