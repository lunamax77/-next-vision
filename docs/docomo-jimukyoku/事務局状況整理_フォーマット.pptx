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イベント・特販事務局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状況整理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考えたこと → 計画 → 実行 → 現状 → 課題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【作成日】2026年　月　日　　【作成】株式会社ネクストビジョン　　【提出先】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サマリー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この1枚で全体がわかるように書く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ドコモCS関西 イベント・特販事務局｜社内資料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考えたこと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8321040" cy="731520"/>
          </a:xfrm>
          <a:prstGeom prst="roundRect">
            <a:avLst>
              <a:gd name="adj" fmla="val 12500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5087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【一言で】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F2A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計画したこと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91840" y="2423160"/>
            <a:ext cx="8321040" cy="731520"/>
          </a:xfrm>
          <a:prstGeom prst="roundRect">
            <a:avLst>
              <a:gd name="adj" fmla="val 12500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24231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【一言で】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F2A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337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実行したこと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91840" y="3337560"/>
            <a:ext cx="8321040" cy="731520"/>
          </a:xfrm>
          <a:prstGeom prst="roundRect">
            <a:avLst>
              <a:gd name="adj" fmla="val 12500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0440" y="33375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【一言で】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1F2A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251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今どうなのか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91840" y="4251960"/>
            <a:ext cx="8321040" cy="731520"/>
          </a:xfrm>
          <a:prstGeom prst="roundRect">
            <a:avLst>
              <a:gd name="adj" fmla="val 12500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42519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【一言で】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05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166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困っていること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91840" y="5166360"/>
            <a:ext cx="8321040" cy="731520"/>
          </a:xfrm>
          <a:prstGeom prst="roundRect">
            <a:avLst>
              <a:gd name="adj" fmla="val 12500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51663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【一言で】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事務局として考えたこと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なぜこの事務局をやるのか／どういう方針で臨むのか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ドコモCS関西 イベント・特販事務局｜社内資料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背景・前提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5740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【ドコモCS関西様からの要望、市場・店舗の状況など】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狙い・目的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05740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【事務局として何を実現したいか】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1463040"/>
            <a:ext cx="3566160" cy="4663440"/>
          </a:xfrm>
          <a:prstGeom prst="roundRect">
            <a:avLst>
              <a:gd name="adj" fmla="val 3077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11896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方針・大事にしたこと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11896" y="205740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【運営の考え方、優先順位】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計画したこと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体制・目標・スケジュール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ドコモCS関西 イベント・特販事務局｜社内資料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57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【事務局長／運営サポート／営業担当（ラウンダー・ディレクター）／スタッフ数】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目標（数値）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【獲得件数・稼働数・店舗数など】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800600"/>
            <a:ext cx="10515600" cy="0"/>
          </a:xfrm>
          <a:prstGeom prst="line">
            <a:avLst/>
          </a:prstGeom>
          <a:noFill/>
          <a:ln w="25400">
            <a:solidFill>
              <a:srgbClr val="D5D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" y="4672584"/>
            <a:ext cx="256032" cy="256032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月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5074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【実施内容】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00984" y="4672584"/>
            <a:ext cx="256032" cy="256032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7180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月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5074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【実施内容】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07024" y="4672584"/>
            <a:ext cx="256032" cy="256032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7784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月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5074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【実施内容】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13064" y="4672584"/>
            <a:ext cx="256032" cy="256032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8388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月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5074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【実施内容】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119104" y="4672584"/>
            <a:ext cx="256032" cy="256032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789920" y="4297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月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0" y="5074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【実施内容】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事務局として実行したこと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やったこと・やっていること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ドコモCS関西 イベント・特販事務局｜社内資料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94960" cy="1389888"/>
          </a:xfrm>
          <a:prstGeom prst="roundRect">
            <a:avLst>
              <a:gd name="adj" fmla="val 7895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イベント運営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0574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【イベント実施回数・会場】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394960" cy="1389888"/>
          </a:xfrm>
          <a:prstGeom prst="roundRect">
            <a:avLst>
              <a:gd name="adj" fmla="val 7895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特販（週末PKG／週末キャッチャー）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【入店店舗数・稼働】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394960" cy="1389888"/>
          </a:xfrm>
          <a:prstGeom prst="roundRect">
            <a:avLst>
              <a:gd name="adj" fmla="val 7895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報告物・数値管理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630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【週次報告の提出、実績集約】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035808"/>
            <a:ext cx="5394960" cy="1389888"/>
          </a:xfrm>
          <a:prstGeom prst="roundRect">
            <a:avLst>
              <a:gd name="adj" fmla="val 7895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スタッフ管理・研修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630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【採用・研修・勤怠・フォロー】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08576"/>
            <a:ext cx="5394960" cy="1389888"/>
          </a:xfrm>
          <a:prstGeom prst="roundRect">
            <a:avLst>
              <a:gd name="adj" fmla="val 7895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量販店・代理店との連携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2029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【店舗との調整、情報共有】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4608576"/>
            <a:ext cx="5394960" cy="1389888"/>
          </a:xfrm>
          <a:prstGeom prst="roundRect">
            <a:avLst>
              <a:gd name="adj" fmla="val 7895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コンプライアンス・インシデント防止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2029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【会議・周知事項の展開】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今どうなのか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数字と状況（〇月〇日時点）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ドコモCS関西 イベント・特販事務局｜社内資料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獲得件数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F2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目標達成率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F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稼働スタッフ数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F2A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52560" y="16002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　】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560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稼働店舗数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639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うまくいっていること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0690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【成果・好事例】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47472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6393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うまくいっていないこと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0690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【未達・遅れ】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5800" cy="6858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困っていること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課題と、その影響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ドコモCS関西 イベント・特販事務局｜社内資料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463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なぜ起きているか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影響（放置すると）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304288"/>
            <a:ext cx="384048" cy="384048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057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【課題】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0574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【原因】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057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【影響】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10128"/>
            <a:ext cx="384048" cy="384048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063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【課題】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063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【原因】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3063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【影響】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315968"/>
            <a:ext cx="384048" cy="384048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069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【課題】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0690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【原因】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4069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【影響】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3F5F9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321808"/>
            <a:ext cx="384048" cy="384048"/>
          </a:xfrm>
          <a:prstGeom prst="ellipse">
            <a:avLst/>
          </a:prstGeom>
          <a:solidFill>
            <a:srgbClr val="E05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5074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【課題】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50749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【原因】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5074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【影響】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次の一手／相談したいこと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2C3A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対応策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514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6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【課題ごとの打ち手】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2C3A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必要な支援・判断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14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6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【誰に何を決めてほしいか】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2C3A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51460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6D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【いつまでに】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2026-09-25T06:30:51Z</dcterms:created>
  <dcterms:modified xsi:type="dcterms:W3CDTF">2026-09-25T06:30:51Z</dcterms:modified>
</cp:coreProperties>
</file>