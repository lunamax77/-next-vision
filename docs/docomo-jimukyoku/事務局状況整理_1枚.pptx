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イベント・特販事務局　状況整理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ドコモCS関西｜【　月　日時点】｜社内資料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0" y="274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【一言で今の状況】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考えたこと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背景・狙い・方針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03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【ドコモ様の要望／事務局の目的／大事にしたこと】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59936" y="2327148"/>
            <a:ext cx="201168" cy="329184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4256" y="1325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490472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7136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計画したこと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体制・目標・スケジュール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103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【体制(事務局長〜スタッフ)／目標数値／時期】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36992" y="2327148"/>
            <a:ext cx="201168" cy="329184"/>
          </a:xfrm>
          <a:prstGeom prst="chevron">
            <a:avLst/>
          </a:prstGeom>
          <a:solidFill>
            <a:srgbClr val="1F2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11312" y="1325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94192" y="1490472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94192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実行したこと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924544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やったこと・やっていること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439912" y="2103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【イベント運営／週末PKG・キャッチャー／報告物・数値管理／研修・スタッフ管理】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5577840" cy="25146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今どうなのか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5800" y="4617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獲得件数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02536" y="4617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002536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2002536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達成率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19272" y="4617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319272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319272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稼働人数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36008" y="4617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36008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稼働店舗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良い点：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悪い点：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45352" y="388620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FDECE9"/>
          </a:solidFill>
          <a:ln w="9525">
            <a:solidFill>
              <a:srgbClr val="F4B8A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28232" y="4050792"/>
            <a:ext cx="411480" cy="41148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28232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958584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困っていること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4572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05256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ほしい支援・判断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28232" y="484632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4B8A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【課題】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052560" y="4846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【誰に何を】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28232" y="5330952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4B8A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37960" y="5330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【課題】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052560" y="53309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【誰に何を】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28232" y="5815584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4B8A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37960" y="58155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【課題】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052560" y="5815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【誰に何を】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2026-09-25T06:32:34Z</dcterms:created>
  <dcterms:modified xsi:type="dcterms:W3CDTF">2026-09-25T06:32:34Z</dcterms:modified>
</cp:coreProperties>
</file>